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9"/>
  </p:handoutMasterIdLst>
  <p:sldIdLst>
    <p:sldId id="256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C5D16F-497F-3B07-6806-DEE757F7F337}" v="5" dt="2026-07-22T22:50:52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48"/>
    <p:restoredTop sz="94759"/>
  </p:normalViewPr>
  <p:slideViewPr>
    <p:cSldViewPr snapToGrid="0" snapToObjects="1">
      <p:cViewPr varScale="1">
        <p:scale>
          <a:sx n="97" d="100"/>
          <a:sy n="97" d="100"/>
        </p:scale>
        <p:origin x="9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8" d="100"/>
          <a:sy n="78" d="100"/>
        </p:scale>
        <p:origin x="395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3340EAD-0DF2-D384-38FE-701E03EA39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7E5FA0-5FA7-74AC-B9A3-BCD2A7C5A2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26B14-F078-F04E-B1BA-95AAF5D11415}" type="datetimeFigureOut">
              <a:rPr lang="sk-SK" smtClean="0"/>
              <a:t>7. 8. 2026</a:t>
            </a:fld>
            <a:endParaRPr lang="sk-SK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C8101CB-A055-2ED8-093F-730D7D246E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D44E5A-22D9-AED5-E316-BC0A4A5354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BBEC6-8809-8F44-AF96-F5CF3B77171B}" type="slidenum">
              <a:rPr lang="sk-SK" smtClean="0"/>
              <a:t>‹Nº›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04018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09DF-4DC3-1044-B524-96F4E1329D67}" type="datetimeFigureOut">
              <a:rPr lang="es-ES_tradnl" smtClean="0"/>
              <a:t>07/08/2026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72BEB-4827-E04A-979B-C216FCFD70D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60354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3C35F3D0-1801-4D57-5513-14C7F297AD0A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05CDEFF5-1C93-A9E4-9D00-5023F977A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B5654440-9CFB-2406-5244-22391BF24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0195" y="999347"/>
              <a:ext cx="4169664" cy="46207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3178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3">
            <a:extLst>
              <a:ext uri="{FF2B5EF4-FFF2-40B4-BE49-F238E27FC236}">
                <a16:creationId xmlns:a16="http://schemas.microsoft.com/office/drawing/2014/main" id="{C307FBE2-E438-E74A-865A-7C86CA452A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4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3">
            <a:extLst>
              <a:ext uri="{FF2B5EF4-FFF2-40B4-BE49-F238E27FC236}">
                <a16:creationId xmlns:a16="http://schemas.microsoft.com/office/drawing/2014/main" id="{D4FF9C4F-237F-802C-3205-03927D4DAE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07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Marcador de contenido 3">
            <a:extLst>
              <a:ext uri="{FF2B5EF4-FFF2-40B4-BE49-F238E27FC236}">
                <a16:creationId xmlns:a16="http://schemas.microsoft.com/office/drawing/2014/main" id="{A9B16017-EDFA-583C-0BA1-287227A4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19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E09DF-4DC3-1044-B524-96F4E1329D67}" type="datetimeFigureOut">
              <a:rPr lang="es-ES_tradnl" smtClean="0"/>
              <a:t>07/08/2026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72BEB-4827-E04A-979B-C216FCFD70D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07588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2BA745C4-6A2A-882E-A9DE-C3EB40C17977}"/>
              </a:ext>
            </a:extLst>
          </p:cNvPr>
          <p:cNvGrpSpPr/>
          <p:nvPr/>
        </p:nvGrpSpPr>
        <p:grpSpPr>
          <a:xfrm>
            <a:off x="0" y="72571"/>
            <a:ext cx="12192000" cy="6858000"/>
            <a:chOff x="0" y="0"/>
            <a:chExt cx="12192000" cy="6858000"/>
          </a:xfrm>
        </p:grpSpPr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Imagen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0195" y="999347"/>
              <a:ext cx="4169664" cy="46207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406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B49932C-CF44-F833-C862-14D58EB1F6E7}"/>
              </a:ext>
            </a:extLst>
          </p:cNvPr>
          <p:cNvSpPr txBox="1">
            <a:spLocks/>
          </p:cNvSpPr>
          <p:nvPr/>
        </p:nvSpPr>
        <p:spPr>
          <a:xfrm>
            <a:off x="2324100" y="2193924"/>
            <a:ext cx="7791450" cy="1335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b="1">
                <a:latin typeface="Inter V" charset="0"/>
                <a:ea typeface="Inter V" charset="0"/>
                <a:cs typeface="Inter V" charset="0"/>
              </a:rPr>
              <a:t>Título</a:t>
            </a:r>
            <a:endParaRPr lang="es-ES_tradnl" b="1" dirty="0">
              <a:latin typeface="Inter V" charset="0"/>
              <a:ea typeface="Inter V" charset="0"/>
              <a:cs typeface="Inter V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637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55C3B-E4BA-1D3D-FE5C-3D60ED4F60F1}"/>
              </a:ext>
            </a:extLst>
          </p:cNvPr>
          <p:cNvSpPr txBox="1">
            <a:spLocks/>
          </p:cNvSpPr>
          <p:nvPr/>
        </p:nvSpPr>
        <p:spPr>
          <a:xfrm>
            <a:off x="1066800" y="850900"/>
            <a:ext cx="3548063" cy="1120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800" b="1">
                <a:latin typeface="Inter semi bold" charset="0"/>
                <a:ea typeface="Inter V" charset="0"/>
                <a:cs typeface="Inter V" charset="0"/>
              </a:rPr>
              <a:t>Subtítulo</a:t>
            </a:r>
            <a:endParaRPr lang="es-ES_tradnl" sz="3800" b="1" dirty="0">
              <a:latin typeface="Inter semi bold" charset="0"/>
              <a:ea typeface="Inter V" charset="0"/>
              <a:cs typeface="Inter V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30AC277-13F9-9F44-3665-1578A382E466}"/>
              </a:ext>
            </a:extLst>
          </p:cNvPr>
          <p:cNvSpPr txBox="1">
            <a:spLocks/>
          </p:cNvSpPr>
          <p:nvPr/>
        </p:nvSpPr>
        <p:spPr>
          <a:xfrm>
            <a:off x="1085195" y="1422397"/>
            <a:ext cx="3225512" cy="1120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400" dirty="0">
                <a:latin typeface="Inter medium" charset="0"/>
                <a:ea typeface="Inter V" charset="0"/>
                <a:cs typeface="Inter V" charset="0"/>
              </a:rPr>
              <a:t>Texto de párrafo</a:t>
            </a:r>
          </a:p>
        </p:txBody>
      </p:sp>
    </p:spTree>
    <p:extLst>
      <p:ext uri="{BB962C8B-B14F-4D97-AF65-F5344CB8AC3E}">
        <p14:creationId xmlns:p14="http://schemas.microsoft.com/office/powerpoint/2010/main" val="4260608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contenido 3">
            <a:extLst>
              <a:ext uri="{FF2B5EF4-FFF2-40B4-BE49-F238E27FC236}">
                <a16:creationId xmlns:a16="http://schemas.microsoft.com/office/drawing/2014/main" id="{014711FC-1988-DE63-6052-1E7847F82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516754A2-1747-B939-E0F3-983D05A942EB}"/>
              </a:ext>
            </a:extLst>
          </p:cNvPr>
          <p:cNvSpPr txBox="1">
            <a:spLocks/>
          </p:cNvSpPr>
          <p:nvPr/>
        </p:nvSpPr>
        <p:spPr>
          <a:xfrm>
            <a:off x="1066800" y="850900"/>
            <a:ext cx="3548063" cy="1120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800" b="1">
                <a:latin typeface="Inter semi bold" charset="0"/>
                <a:ea typeface="Inter V" charset="0"/>
                <a:cs typeface="Inter V" charset="0"/>
              </a:rPr>
              <a:t>Subtítulo</a:t>
            </a:r>
            <a:endParaRPr lang="es-ES_tradnl" sz="3800" b="1" dirty="0">
              <a:latin typeface="Inter semi bold" charset="0"/>
              <a:ea typeface="Inter V" charset="0"/>
              <a:cs typeface="Inter V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B9EF04-28A2-B4C3-F8EC-41B31E9AC962}"/>
              </a:ext>
            </a:extLst>
          </p:cNvPr>
          <p:cNvSpPr txBox="1">
            <a:spLocks/>
          </p:cNvSpPr>
          <p:nvPr/>
        </p:nvSpPr>
        <p:spPr>
          <a:xfrm>
            <a:off x="1085195" y="1422397"/>
            <a:ext cx="3225512" cy="1120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400" dirty="0">
                <a:latin typeface="Inter medium" charset="0"/>
                <a:ea typeface="Inter V" charset="0"/>
                <a:cs typeface="Inter V" charset="0"/>
              </a:rPr>
              <a:t>Texto de párrafo</a:t>
            </a:r>
          </a:p>
        </p:txBody>
      </p:sp>
    </p:spTree>
    <p:extLst>
      <p:ext uri="{BB962C8B-B14F-4D97-AF65-F5344CB8AC3E}">
        <p14:creationId xmlns:p14="http://schemas.microsoft.com/office/powerpoint/2010/main" val="36044597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UNIVERSO" id="{11E5762B-C20B-254E-9084-0A8377A59089}" vid="{A3B4CB4F-9C1B-0640-A466-FD12CB25C01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938F5FA34A3404699EA1B5A755C8D40" ma:contentTypeVersion="11" ma:contentTypeDescription="Crear nuevo documento." ma:contentTypeScope="" ma:versionID="4e77c3fcd7b787914f3e40072f58e695">
  <xsd:schema xmlns:xsd="http://www.w3.org/2001/XMLSchema" xmlns:xs="http://www.w3.org/2001/XMLSchema" xmlns:p="http://schemas.microsoft.com/office/2006/metadata/properties" xmlns:ns2="856d0c6f-3115-4bc8-b787-01326f0b81d8" xmlns:ns3="f5140308-543f-4401-86e9-6aabcbfe299a" targetNamespace="http://schemas.microsoft.com/office/2006/metadata/properties" ma:root="true" ma:fieldsID="fbd3f906d2b5aaef3c972deecfc7696a" ns2:_="" ns3:_="">
    <xsd:import namespace="856d0c6f-3115-4bc8-b787-01326f0b81d8"/>
    <xsd:import namespace="f5140308-543f-4401-86e9-6aabcbfe2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6d0c6f-3115-4bc8-b787-01326f0b81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0aef40d5-b715-412d-bec7-270c581220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140308-543f-4401-86e9-6aabcbfe299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4931735-794e-41e8-a41d-f08147d01a5c}" ma:internalName="TaxCatchAll" ma:showField="CatchAllData" ma:web="f5140308-543f-4401-86e9-6aabcbfe2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6d0c6f-3115-4bc8-b787-01326f0b81d8">
      <Terms xmlns="http://schemas.microsoft.com/office/infopath/2007/PartnerControls"/>
    </lcf76f155ced4ddcb4097134ff3c332f>
    <TaxCatchAll xmlns="f5140308-543f-4401-86e9-6aabcbfe299a" xsi:nil="true"/>
  </documentManagement>
</p:properties>
</file>

<file path=customXml/itemProps1.xml><?xml version="1.0" encoding="utf-8"?>
<ds:datastoreItem xmlns:ds="http://schemas.openxmlformats.org/officeDocument/2006/customXml" ds:itemID="{883C4B72-980C-412F-8DCA-49E388995C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AAAD3E-B460-412D-887D-10A7F3412C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6d0c6f-3115-4bc8-b787-01326f0b81d8"/>
    <ds:schemaRef ds:uri="f5140308-543f-4401-86e9-6aabcbfe29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0A90B2B-C4B7-429B-A9E4-5323BB1ABDA6}">
  <ds:schemaRefs>
    <ds:schemaRef ds:uri="http://schemas.microsoft.com/office/2006/metadata/properties"/>
    <ds:schemaRef ds:uri="http://schemas.microsoft.com/office/infopath/2007/PartnerControls"/>
    <ds:schemaRef ds:uri="856d0c6f-3115-4bc8-b787-01326f0b81d8"/>
    <ds:schemaRef ds:uri="f5140308-543f-4401-86e9-6aabcbfe299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9</TotalTime>
  <Words>9</Words>
  <Application>Microsoft Office PowerPoint</Application>
  <PresentationFormat>Panorámica</PresentationFormat>
  <Paragraphs>5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Maria Gonzalez Cotes</dc:creator>
  <cp:lastModifiedBy>Ana Maria Gonzalez Cotes</cp:lastModifiedBy>
  <cp:revision>10</cp:revision>
  <dcterms:created xsi:type="dcterms:W3CDTF">2026-07-10T22:14:34Z</dcterms:created>
  <dcterms:modified xsi:type="dcterms:W3CDTF">2026-08-07T20:36:32Z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0x0101005938F5FA34A3404699EA1B5A755C8D40</vt:lpwstr>
  </property>
  <property fmtid="{D5CDD505-2E9C-101B-9397-08002B2CF9AE}" pid="3" name="MediaServiceImageTags">
    <vt:lpwstr/>
  </property>
</Properties>
</file>